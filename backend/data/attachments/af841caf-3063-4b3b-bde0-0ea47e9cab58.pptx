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7C3AED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 ·  AI CO-PILOT SKILLS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Skills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interaction patterns · 21 practical skills · 3 roles · Built for HRIT operations teams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DriftAI  ·  Argus Platform  ·  Internal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READ-ONLY  ·  THE FULL SKILL SPECTRUM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assistants can only show you information.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Skills span seven distinct interaction patterns — from passive display to autonomous action to creating things that never existed before.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1945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72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proposes. You decide.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481328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481328"/>
            <a:ext cx="219456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572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07208" y="1847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22860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acts. You review.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4920" y="1481328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1481328"/>
            <a:ext cx="219456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1572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84648" y="1847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84648" y="22860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Multi-turn. State held.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52360" y="1481328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1481328"/>
            <a:ext cx="219456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1572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62088" y="1847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Notify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62088" y="22860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initiates.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52144" y="2926080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52144" y="2926080"/>
            <a:ext cx="21945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1872" y="3017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6187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61872" y="37307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goal. Walk away.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29584" y="2926080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29584" y="2926080"/>
            <a:ext cx="21945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3017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3931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39312" y="37307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not just data.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07024" y="2926080"/>
            <a:ext cx="21945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07024" y="2926080"/>
            <a:ext cx="219456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3017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1675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16752" y="37307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something new.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= 3 skills  ·  1 per role: IT Admin · HRIT · HR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59E0B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02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proposes · Human approves · Driffy executes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identifies an issue and recommends a specific action — but nothing happens until a human explicitly confirms. Every PROD action is gated. The human stays in control; Driffy removes the detective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detects → surfaces a decision card with full context → waits for human approval → executes only on confirmation.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iFlow Re-trigger with Impact Preview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affected records and employees before touching anything in PROD.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 Failure Escalation Decision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card per failure cluster — HRIT picks the path, Driffy executes.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Sync Discrepancy Resolution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diagnosis + one-click request to IT — no technical knowledge needed.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iFlow Re-trigger with Impact Preview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"Re-trigger all failed EC-to-ECP iFlows from this morning"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finds all matching failed iFlows and presents a preview: how many records, which employees, estimated re-run time. A single Confirm / Cancel gate before any PROD action. Prevents duplicate payroll records from unreviewed bulk re-triggers.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 Failure Escalation Decision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do about today's replication failures?"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cluster of DRM failures, Driffy presents a decision card: Re-trigger / Suppress and monitor / Escalate to IT. HRIT picks based on business context — payroll cycle timing, employee criticality. Driffy logs the decision and acts on the chosen path.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Sync Discrepancy Resolution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"Ravi Kumar's data hasn't updated in ECP — what do I do?"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looks up the employee across SF, DRM, and IS, finds the last known failure, and explains it in plain language. Offers one action: 'Request IT to re-trigger this record?' HR clicks Yes — Driffy creates a flagged task for IT inside Argus. HR initiates; IT executes.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87171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03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F87171">
              <a:alpha val="18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detects · acts without asking · human sees outcome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actions only. In PROD: auto-suppress confirmed noise, auto-label overdue records. In QA/DEV: re-trigger failed iFlows automatically. The human sees the outcome — not the process.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evaluates a condition → applies a safe, reversible action → logs what it did → human reviews the digest.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Known-Pattern Alert Auto-Suppression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noise is noise — automatically, every cycle.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QA/DEV Auto Re-trigger on Failure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recovery in test environments — no manual intervention needed.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Record Auto-Flag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employee data becomes immediately visible — no manual checking.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Known-Pattern Alert Auto-Suppression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trigger — runs on every alert evaluation cycle"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alert matches a previously confirmed false-positive pattern (same iFlow, same error code, same time window), Driffy auto-suppresses it and labels it 'Known Noise.' IT sees a daily digest of what was suppressed and can reverse any item. Stops alert fatigue before it starts.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QA/DEV Auto Re-trigger on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trigger — fires when a failure is detected in QA or DEV"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non-PROD environments, Driffy automatically re-triggers a failed iFlow once, logs the attempt, and updates the status. If it fails again, it stops and raises a flag. HRIT sees the outcome in the dashboard without lifting a finger during QA testing cycles.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Record Auto-Flag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trigger — runs after every DRM sync completes"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DRM sync, Driffy checks if any employee record hasn't replicated successfully in 48+ hours. If found, it auto-flags that record in Argus with 'Replication Overdue' and notifies IT. HR sees the flag immediately and knows action is in progress.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DD4BF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04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2DD4BF">
              <a:alpha val="18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dialogue · Driffy holds context across the conversation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/ Iterative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remembers what was said earlier in the session. Users progressively refine, filter, and drill down without starting over. A 5-screen investigation workflow becomes a single conversation.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→ Driffy answers → user refines → Driffy applies filter on existing result → repeat until resolved.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Failure Investigation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holds the result set across turns — no re-entering context.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Builder Dialogue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named monitoring view through conversation — no form filling.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Journey Trace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tracks one employee across all four sources — across the whole conversation.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/ ITERATIVE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Failure Investigation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all failures this week → Filter to EC-ECP → Which are in PROD? → Re-trigger the top 3"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follow-up narrows the same result set. By the final turn, the IT Admin has a precise, actionable list without navigating through multiple screens. The re-trigger at the end is still gated — safety is preserved throughout.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Builder Dialogue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me a Monday morning SPACE → Add DRM failures for Germany → Add IC overnight jobs → Save it"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builds a SPACE configuration one turn at a time. HRIT sees a live preview update after each message. The final 'Save it' commits the SPACE. Configuration that used to require navigating a setup form now happens in plain language, in under a minute.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Journey Trace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Anjali's data right now? → When did it last update in ECP? → Has it ever failed?"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 ask follow-up questions naturally without re-typing the employee name. Driffy resolves the employee ID on the first turn and carries it through every subsequent question. The result: a complete, human-readable picture of one person's integration health.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C4899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05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EC4899">
              <a:alpha val="18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initiates · human didn't ask · Teams + email + in-app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Notify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monitors conditions and interrupts the user when something genuinely requires attention. Not noise — structured, contextual alerts with enough information to act without opening Argus first.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evaluates threshold → condition met → pushes structured notification to Teams, email, or in-app.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Spike Alert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'something failed' — context, baseline comparison, and environment.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Pre-Payroll Replication Health 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readiness delivered proactively — no one needs to remember to check.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Employee Data Resolved Notification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— HR gets confirmation when the problem is fixed.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NOTIFY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Spike Alert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"Driffy detects failure rate exceeds 2× the 7-day rolling average for any iFlow"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pushes a structured alert to Teams and in-app: which iFlow, current failure rate vs. baseline, time of spike, environment. Enough information to know whether to act immediately — without opening Argus. The baseline comparison is key: it separates real spikes from normal variance.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Pre-Payroll Replication Health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"Scheduled — runs automatically 48 hours before configured payroll cut-off"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proactively sends HRIT a replication readiness summary: pending/failed replications by employee count, affected content types, and a clear Red / Amber / Green verdict. Delivered to email and Teams. HRIT walks into payroll week knowing the integration status — not discovering problems after cut-off.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Employee Data Resolved Notification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"Driffy detects a previously flagged employee replication has successfully resolved"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HR raised a concern about an employee's data (via HITL-03), Driffy watches that record. When it successfully replicates, Driffy notifies HR: 'Ravi Kumar's data has been updated in ECP as of 14:32 today.' The concern is closed without HR needing to check back.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A78BFA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06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A78BFA">
              <a:alpha val="1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assigns a goal · Driffy watches · reports back when done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 Driffy a time-bound monitoring goal and walks away. Driffy runs in the background, evaluates conditions, and delivers a structured report via Teams + in-app — either at window end or immediately on a trigger.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a watch goal → Driffy runs in background → reports back at completion or on condition trigger.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Watch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confidence without screen-watching — Driffy monitors the deployment window.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Completion Watch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refreshing the screen — Driffy tells you when the batch is complete.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Data Propagation Watch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confidence — Driffy confirms the data landed everywhere it needed to.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Watch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all EC-ECP iFlows for the next 2 hours after today's deployment"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go-live or config change, IT delegates the watch window to Driffy. At the end of the period — or immediately on a spike — Driffy sends a structured report: failure rate, baseline comparison, any anomalies. IT can focus on other work during the critical post-deployment period.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Completion Watch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the Germany payroll replication batch and tell me when it's fully done"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 delegates batch monitoring to Driffy instead of refreshing repeatedly. Driffy watches the DRM records for that content type and country group. When all records reach Successful status — or when failures appear — it reports back with a clean summary. One of the highest day-to-day quality-of-life improvements in the platform.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Data Propagation Watch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whether Priya Nair's data reaches ECP and Payroll by end of day"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employee is created in SF, HR delegates propagation monitoring to Driffy. By end of day — or on completion — Driffy sends a simple confirmation or flags what's still missing. HR gets certainty about onboarding data completeness without any technical knowledge.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34D399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07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explains reasoning · output is understanding, not just data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doesn't just return an answer — it explains what it found, why it matters, and what to look for next time. Every interaction builds operator capability. Fewer repeat questions. More self-sufficient teams.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→ Driffy answers + explains cause + suggests what to check + routes ownership (IT vs. HRIT).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 Explainer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IT admins become self-sufficient — no CPI docs required.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This Replication Fail?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SAP technical error language into plain HR-readable explanation.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I Update This Field?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understands downstream consequences before making changes — not after.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 Explainer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error mean? / Why did this iFlow fail with a 503?"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explains what the error code means in the CPI context, the most common root causes, what to check first, and what a typical resolution looks like. Plain language throughout. Over time, the team internalises the patterns and stops needing to ask Driffy — which is exactly the goal.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This Replication Fail?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these 12 DRM records fail for Müller, Hans?"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retrieves the error description and converts it from SAP technical language into plain English. Crucially, it also routes ownership: 'This is a data issue — check the employee's bank details in SF' vs. 'This is a system issue — IT needs to look at this.' Removes the HRIT-to-IT dependency for routine diagnosis.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I Update This Field?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change an employee's cost centre in SF, what integrations does that trigger?"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often makes data changes in SF without knowing which integrations fire as a result. Driffy explains the chain: which iFlows trigger, which systems get updated, how long it typically takes, and what to watch for. Prevents accidental breakage caused by well-intentioned data edits.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3B82F6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08  ·  SKILL PATTERN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solidFill>
            <a:srgbClr val="3B82F6">
              <a:alpha val="18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creates something new · synthesised from multiple sources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takes raw data from multiple sources, synthesises it, and produces a new artifact that didn't exist before. Not retrieved data — a composed view, a generated recommendation, or a written narrative.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→ Driffy queries multiple sources → synthesises → produces a new artifact in-app.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50292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502920"/>
            <a:ext cx="3108960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1888" y="63093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61888" y="886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Integration Health Narrative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2527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summary — not a dashboard. Written for stakeholders who don't live in Argus.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965960"/>
            <a:ext cx="3108960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09397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8229600" y="209397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61888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Recommendation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2715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starting point — not guesswork.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52160" y="3429000"/>
            <a:ext cx="3108960" cy="128016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429000"/>
            <a:ext cx="3108960" cy="320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557016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GEN-03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961888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Integration Status Card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41788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synthesised card across four sources — written for HR, not IT.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 ·  SKILLS DETAIL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skill actually does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240280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Integration Health Narrative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this week's integration health summary"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pulls data from all four sources for the past 7 days and generates a written narrative: total executions, failure trend vs. last week, top 3 problem iFlows, DRM anomalies, IC job health. Structured prose + key numbers. A non-technical stakeholder can read it in 60 seconds and understand where things stand.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697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A78BFA">
              <a:alpha val="2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38928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Recommendation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alert thresholds should I set for this iFlow?"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analyses 30 days of execution data for the target iFlow — baseline volume, normal failure rate, peak periods, quiet windows — and generates a recommended alert config: failure count threshold, time window, suppression hours. HRIT gets a configuration grounded in actual behaviour, not a default number.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822960"/>
            <a:ext cx="2697480" cy="416052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822960"/>
            <a:ext cx="2697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950976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509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037576" y="950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GEN-03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7064" y="120700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Integration Status Card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157276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 full picture of where Anjali Sharma's data stands across all systems"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47088"/>
            <a:ext cx="2478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 queries all four sources for that employee and synthesises the results into a single status card: last successful replication per target system, any active failures, last SF update time, and an overall verdict — All systems current or Action needed. No technical language. HR gets certainty in one view.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45720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7C3AED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DRIFFY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skills.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patterns.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co-pilot that actually works.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011680" cy="91440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201168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today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33472" y="2834640"/>
            <a:ext cx="2011680" cy="91440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834640"/>
            <a:ext cx="2011680" cy="3200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light infra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9744" y="2834640"/>
            <a:ext cx="2011680" cy="91440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2834640"/>
            <a:ext cx="2011680" cy="320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HRIT · HR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covered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86016" y="2834640"/>
            <a:ext cx="2011680" cy="914400"/>
          </a:xfrm>
          <a:prstGeom prst="rect">
            <a:avLst/>
          </a:prstGeom>
          <a:solidFill>
            <a:srgbClr val="0D10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2834640"/>
            <a:ext cx="2011680" cy="320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· SF · DRM · 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95744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DriftAI  ·  Argus Platform  ·  driftal.tech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— Driffy Skills Taxonomy</dc:title>
  <dc:subject>PptxGenJS Presentation</dc:subject>
  <dc:creator>DriftAI</dc:creator>
  <cp:lastModifiedBy>DriftAI</cp:lastModifiedBy>
  <cp:revision>1</cp:revision>
  <dcterms:created xsi:type="dcterms:W3CDTF">2026-06-07T01:32:31Z</dcterms:created>
  <dcterms:modified xsi:type="dcterms:W3CDTF">2026-06-07T01:32:31Z</dcterms:modified>
</cp:coreProperties>
</file>